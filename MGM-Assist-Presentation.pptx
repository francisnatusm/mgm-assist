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0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175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56032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56032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6032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56032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560320"/>
            <a:ext cx="1508760" cy="2514600"/>
          </a:xfrm>
          <a:prstGeom prst="rect">
            <a:avLst/>
          </a:prstGeom>
          <a:solidFill>
            <a:srgbClr val="111827">
              <a:alpha val="15000"/>
            </a:srgbClr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02920"/>
            <a:ext cx="2926080" cy="292608"/>
          </a:xfrm>
          <a:prstGeom prst="rect">
            <a:avLst/>
          </a:prstGeom>
          <a:solidFill>
            <a:srgbClr val="3B82F6">
              <a:alpha val="2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02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22D3EE"/>
                </a:solidFill>
              </a:rPr>
              <a:t>SMART CITY · </a:t>
            </a:r>
            <a:r>
              <a:rPr lang="en-US" sz="700" b="1" kern="0" spc="200" dirty="0" smtClean="0">
                <a:solidFill>
                  <a:srgbClr val="22D3EE"/>
                </a:solidFill>
              </a:rPr>
              <a:t>2026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MGM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365760" y="19202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Montgomery's Smart Civic Intelligence Platform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7619" y="4306824"/>
            <a:ext cx="1648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 smtClean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Francis </a:t>
            </a:r>
            <a:r>
              <a:rPr lang="en-US" sz="1200" i="1" dirty="0" err="1" smtClean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Natus</a:t>
            </a:r>
            <a:r>
              <a:rPr lang="en-US" sz="1200" i="1" dirty="0" smtClean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Mugisha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914400" cy="7315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4178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4526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205472" y="4160520"/>
            <a:ext cx="914400" cy="7315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5472" y="4178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05472" y="4526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Powered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193024" y="4160520"/>
            <a:ext cx="914400" cy="7315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93024" y="4178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193024" y="4526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Montgomery, Alabama  ·  Built with Claude AI + Bright Data MCP + Firebase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Montgomery residents are left in the dark.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06040" cy="246888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26060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buried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information scattered across 50+ web pages, PDFs, and government portals nobody visits.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606040" cy="246888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6060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Residents miss deadlines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450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applications, permit renewals, and council decisions go unnoticed until it's too late.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71600"/>
            <a:ext cx="2606040" cy="246888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371600"/>
            <a:ext cx="26060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81344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Inequality is invisible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45059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tool shows which Montgomery neighborhoods need the most economic support.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8321040" cy="868680"/>
          </a:xfrm>
          <a:prstGeom prst="rect">
            <a:avLst/>
          </a:prstGeom>
          <a:solidFill>
            <a:srgbClr val="111827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200,000+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4462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residents affected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9476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94760" y="4462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city web pages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0" y="4462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civic platforms before MGM Assist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civic intelligence need.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977640" cy="160020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49961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City Careers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95681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postings from Montgomery employers. Top industries, salary ranges, updated every 6 hours.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3977640" cy="160020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298448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149961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Signals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95681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openings, closures, growth areas. Which neighborhoods are thriving or declining.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3977640" cy="160020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27248"/>
            <a:ext cx="64008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32841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Neighborhood Economy 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" y="378561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interactive map. Click any neighborhood to see unemployment, income &amp; poverty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3127248"/>
            <a:ext cx="3977640" cy="160020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27248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332841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Montgomery Pulse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82312" y="378561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civic news feed. Council decisions, mayor announcements — summarized in plain English by AI.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21040" y="1298448"/>
            <a:ext cx="502920" cy="3447288"/>
          </a:xfrm>
          <a:prstGeom prst="rect">
            <a:avLst/>
          </a:prstGeom>
          <a:solidFill>
            <a:srgbClr val="111827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 rot="16200000">
            <a:off x="8302752" y="2286000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CHATBOT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seamless intelligence pipeline.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920240" cy="32461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481328"/>
            <a:ext cx="822960" cy="82296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50008" y="1828800"/>
            <a:ext cx="164592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450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 Data MCP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79806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1208" y="3108960"/>
            <a:ext cx="1700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Montgomery city websites, job boards, and public records automatically every 6 hours. No manual work required.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32888" y="1298448"/>
            <a:ext cx="1920240" cy="32461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81528" y="1481328"/>
            <a:ext cx="822960" cy="822960"/>
          </a:xfrm>
          <a:prstGeom prst="ellipse">
            <a:avLst/>
          </a:prstGeom>
          <a:solidFill>
            <a:srgbClr val="22D3EE">
              <a:alpha val="2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71416" y="1828800"/>
            <a:ext cx="16459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2450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42616" y="279806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Summarization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42616" y="3108960"/>
            <a:ext cx="1700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scraped content, categorizes it, summarizes in plain English, extracts deadlines and action links.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54296" y="1298448"/>
            <a:ext cx="1920240" cy="32461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02936" y="1481328"/>
            <a:ext cx="822960" cy="82296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92824" y="1828800"/>
            <a:ext cx="164592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2450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4024" y="279806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Storage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64024" y="3108960"/>
            <a:ext cx="1700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structured data as a single source of truth. Both dashboards and chatbot read from the same database.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75704" y="1298448"/>
            <a:ext cx="1920240" cy="324612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24344" y="1481328"/>
            <a:ext cx="822960" cy="82296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85432" y="24505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 Assist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85432" y="279806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Experience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85432" y="3108960"/>
            <a:ext cx="1700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dashboards + AI chatbot deliver civic intelligence to every Montgomery resident on web and mobile.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111827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Schedule:  Every 6H → Capital City Careers + Montgomery Pulse    |    Every 24H → Business Signals + Opportunity Finder    |    Monthly → Neighborhood Map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 serves. Why it matters.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77640" cy="329184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95681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city decision, deadline, or opportunity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2677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Seekers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Montgomery jobs and training programs in one place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77977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98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Entrepreneurs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the local economy is growing or declining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 Officials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where residents need the most support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8039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005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neighborhood-level economic data visually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069080" cy="3291840"/>
          </a:xfrm>
          <a:prstGeom prst="rect">
            <a:avLst/>
          </a:prstGeom>
          <a:solidFill>
            <a:srgbClr val="1A2235"/>
          </a:solidFill>
          <a:ln w="10160">
            <a:solidFill>
              <a:srgbClr val="1E2D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828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civic intelligence platform built specifically for Montgomery, Alabama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340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3408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government jargon into plain English automatically using Claude 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8529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8529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via Bright Data MCP — not static pages that go stale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364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3649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web and mobile — accessible to every resident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8770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8770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city in America with minimal configuration changes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0D1525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 MGM Assist </a:t>
            </a:r>
            <a:r>
              <a:rPr lang="en-US" sz="900" dirty="0" smtClean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</a:t>
            </a:r>
            <a:r>
              <a:rPr lang="en-US" sz="9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</a:t>
            </a:r>
            <a:r>
              <a:rPr lang="en-US" sz="900" dirty="0" smtClean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mgm-assist-946m.vercel.app  </a:t>
            </a:r>
            <a:r>
              <a:rPr lang="en-US" sz="9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Built for Montgomery. Ready to scale.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516</Words>
  <Application>Microsoft Office PowerPoint</Application>
  <PresentationFormat>On-screen Show (16:9)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 Assist — Smart Civic Intelligence Platform</dc:title>
  <dc:subject>PptxGenJS Presentation</dc:subject>
  <dc:creator>PptxGenJS</dc:creator>
  <cp:lastModifiedBy>NATUS HP</cp:lastModifiedBy>
  <cp:revision>4</cp:revision>
  <dcterms:created xsi:type="dcterms:W3CDTF">2026-03-08T11:52:05Z</dcterms:created>
  <dcterms:modified xsi:type="dcterms:W3CDTF">2026-03-08T12:40:36Z</dcterms:modified>
</cp:coreProperties>
</file>